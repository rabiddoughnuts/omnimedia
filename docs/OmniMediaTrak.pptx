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4C5002-049B-4AE7-AE3A-578799434B23}" v="19" dt="2026-02-07T19:33:50.5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lker, Sydney" userId="5b4f0c2f-3690-47f9-8203-38ff60979541" providerId="ADAL" clId="{09027750-09B6-4E19-A01D-86C6198EB752}"/>
    <pc:docChg chg="undo custSel addSld modSld">
      <pc:chgData name="Walker, Sydney" userId="5b4f0c2f-3690-47f9-8203-38ff60979541" providerId="ADAL" clId="{09027750-09B6-4E19-A01D-86C6198EB752}" dt="2026-02-07T19:37:28.872" v="907" actId="26606"/>
      <pc:docMkLst>
        <pc:docMk/>
      </pc:docMkLst>
      <pc:sldChg chg="modSp">
        <pc:chgData name="Walker, Sydney" userId="5b4f0c2f-3690-47f9-8203-38ff60979541" providerId="ADAL" clId="{09027750-09B6-4E19-A01D-86C6198EB752}" dt="2026-02-07T18:58:52.815" v="20" actId="207"/>
        <pc:sldMkLst>
          <pc:docMk/>
          <pc:sldMk cId="915408796" sldId="256"/>
        </pc:sldMkLst>
        <pc:spChg chg="mod">
          <ac:chgData name="Walker, Sydney" userId="5b4f0c2f-3690-47f9-8203-38ff60979541" providerId="ADAL" clId="{09027750-09B6-4E19-A01D-86C6198EB752}" dt="2026-02-07T18:58:52.815" v="20" actId="207"/>
          <ac:spMkLst>
            <pc:docMk/>
            <pc:sldMk cId="915408796" sldId="256"/>
            <ac:spMk id="2" creationId="{DB4981FA-44EB-6225-CFA5-025BD9FC294D}"/>
          </ac:spMkLst>
        </pc:spChg>
      </pc:sldChg>
      <pc:sldChg chg="addSp modSp mod setBg">
        <pc:chgData name="Walker, Sydney" userId="5b4f0c2f-3690-47f9-8203-38ff60979541" providerId="ADAL" clId="{09027750-09B6-4E19-A01D-86C6198EB752}" dt="2026-02-07T19:01:38.518" v="83" actId="20577"/>
        <pc:sldMkLst>
          <pc:docMk/>
          <pc:sldMk cId="3944402461" sldId="257"/>
        </pc:sldMkLst>
        <pc:spChg chg="mod">
          <ac:chgData name="Walker, Sydney" userId="5b4f0c2f-3690-47f9-8203-38ff60979541" providerId="ADAL" clId="{09027750-09B6-4E19-A01D-86C6198EB752}" dt="2026-02-07T19:00:33.754" v="81" actId="26606"/>
          <ac:spMkLst>
            <pc:docMk/>
            <pc:sldMk cId="3944402461" sldId="257"/>
            <ac:spMk id="2" creationId="{2D56DE12-EB6C-C5D5-0BE9-D09DEC00D4CE}"/>
          </ac:spMkLst>
        </pc:spChg>
        <pc:spChg chg="mod">
          <ac:chgData name="Walker, Sydney" userId="5b4f0c2f-3690-47f9-8203-38ff60979541" providerId="ADAL" clId="{09027750-09B6-4E19-A01D-86C6198EB752}" dt="2026-02-07T19:01:38.518" v="83" actId="20577"/>
          <ac:spMkLst>
            <pc:docMk/>
            <pc:sldMk cId="3944402461" sldId="257"/>
            <ac:spMk id="3" creationId="{040FC534-D93A-AEDD-394C-8E9368C3E6E4}"/>
          </ac:spMkLst>
        </pc:spChg>
        <pc:spChg chg="add">
          <ac:chgData name="Walker, Sydney" userId="5b4f0c2f-3690-47f9-8203-38ff60979541" providerId="ADAL" clId="{09027750-09B6-4E19-A01D-86C6198EB752}" dt="2026-02-07T19:00:33.754" v="81" actId="26606"/>
          <ac:spMkLst>
            <pc:docMk/>
            <pc:sldMk cId="3944402461" sldId="257"/>
            <ac:spMk id="10" creationId="{743AA782-23D1-4521-8CAD-47662984AA08}"/>
          </ac:spMkLst>
        </pc:spChg>
        <pc:spChg chg="add">
          <ac:chgData name="Walker, Sydney" userId="5b4f0c2f-3690-47f9-8203-38ff60979541" providerId="ADAL" clId="{09027750-09B6-4E19-A01D-86C6198EB752}" dt="2026-02-07T19:00:33.754" v="81" actId="26606"/>
          <ac:spMkLst>
            <pc:docMk/>
            <pc:sldMk cId="3944402461" sldId="257"/>
            <ac:spMk id="12" creationId="{71877DBC-BB60-40F0-AC93-2ACDBAAE60CE}"/>
          </ac:spMkLst>
        </pc:spChg>
        <pc:picChg chg="add mod">
          <ac:chgData name="Walker, Sydney" userId="5b4f0c2f-3690-47f9-8203-38ff60979541" providerId="ADAL" clId="{09027750-09B6-4E19-A01D-86C6198EB752}" dt="2026-02-07T19:00:33.754" v="81" actId="26606"/>
          <ac:picMkLst>
            <pc:docMk/>
            <pc:sldMk cId="3944402461" sldId="257"/>
            <ac:picMk id="5" creationId="{C3770DD0-7C90-AFA5-AB18-00F0C6EB4817}"/>
          </ac:picMkLst>
        </pc:picChg>
      </pc:sldChg>
      <pc:sldChg chg="delSp modSp add mod setBg delDesignElem">
        <pc:chgData name="Walker, Sydney" userId="5b4f0c2f-3690-47f9-8203-38ff60979541" providerId="ADAL" clId="{09027750-09B6-4E19-A01D-86C6198EB752}" dt="2026-02-07T19:03:06.617" v="263" actId="20577"/>
        <pc:sldMkLst>
          <pc:docMk/>
          <pc:sldMk cId="2147483248" sldId="258"/>
        </pc:sldMkLst>
        <pc:spChg chg="mod">
          <ac:chgData name="Walker, Sydney" userId="5b4f0c2f-3690-47f9-8203-38ff60979541" providerId="ADAL" clId="{09027750-09B6-4E19-A01D-86C6198EB752}" dt="2026-02-07T19:02:06.799" v="98" actId="20577"/>
          <ac:spMkLst>
            <pc:docMk/>
            <pc:sldMk cId="2147483248" sldId="258"/>
            <ac:spMk id="2" creationId="{0CFD5552-7503-677A-DC21-2EFDEFFA887F}"/>
          </ac:spMkLst>
        </pc:spChg>
        <pc:spChg chg="mod">
          <ac:chgData name="Walker, Sydney" userId="5b4f0c2f-3690-47f9-8203-38ff60979541" providerId="ADAL" clId="{09027750-09B6-4E19-A01D-86C6198EB752}" dt="2026-02-07T19:03:06.617" v="263" actId="20577"/>
          <ac:spMkLst>
            <pc:docMk/>
            <pc:sldMk cId="2147483248" sldId="258"/>
            <ac:spMk id="3" creationId="{FDE8823E-CC3C-D065-B862-AA0F15ED7BFA}"/>
          </ac:spMkLst>
        </pc:spChg>
        <pc:spChg chg="del">
          <ac:chgData name="Walker, Sydney" userId="5b4f0c2f-3690-47f9-8203-38ff60979541" providerId="ADAL" clId="{09027750-09B6-4E19-A01D-86C6198EB752}" dt="2026-02-07T19:01:54.488" v="85"/>
          <ac:spMkLst>
            <pc:docMk/>
            <pc:sldMk cId="2147483248" sldId="258"/>
            <ac:spMk id="10" creationId="{92956D3B-5594-E48C-86A2-C653FBE5A2E9}"/>
          </ac:spMkLst>
        </pc:spChg>
        <pc:spChg chg="del">
          <ac:chgData name="Walker, Sydney" userId="5b4f0c2f-3690-47f9-8203-38ff60979541" providerId="ADAL" clId="{09027750-09B6-4E19-A01D-86C6198EB752}" dt="2026-02-07T19:01:54.488" v="85"/>
          <ac:spMkLst>
            <pc:docMk/>
            <pc:sldMk cId="2147483248" sldId="258"/>
            <ac:spMk id="12" creationId="{33254D7C-09FE-20BF-2C89-DC849E67B1D7}"/>
          </ac:spMkLst>
        </pc:spChg>
      </pc:sldChg>
      <pc:sldChg chg="modSp add mod">
        <pc:chgData name="Walker, Sydney" userId="5b4f0c2f-3690-47f9-8203-38ff60979541" providerId="ADAL" clId="{09027750-09B6-4E19-A01D-86C6198EB752}" dt="2026-02-07T19:09:55.035" v="319" actId="20577"/>
        <pc:sldMkLst>
          <pc:docMk/>
          <pc:sldMk cId="3929289208" sldId="259"/>
        </pc:sldMkLst>
        <pc:spChg chg="mod">
          <ac:chgData name="Walker, Sydney" userId="5b4f0c2f-3690-47f9-8203-38ff60979541" providerId="ADAL" clId="{09027750-09B6-4E19-A01D-86C6198EB752}" dt="2026-02-07T19:04:00.172" v="284" actId="20577"/>
          <ac:spMkLst>
            <pc:docMk/>
            <pc:sldMk cId="3929289208" sldId="259"/>
            <ac:spMk id="2" creationId="{3C8C55B4-A8D1-518A-8651-5D8E106EDB68}"/>
          </ac:spMkLst>
        </pc:spChg>
        <pc:spChg chg="mod">
          <ac:chgData name="Walker, Sydney" userId="5b4f0c2f-3690-47f9-8203-38ff60979541" providerId="ADAL" clId="{09027750-09B6-4E19-A01D-86C6198EB752}" dt="2026-02-07T19:09:55.035" v="319" actId="20577"/>
          <ac:spMkLst>
            <pc:docMk/>
            <pc:sldMk cId="3929289208" sldId="259"/>
            <ac:spMk id="3" creationId="{EA7B2A9B-4F5B-262F-C1B2-DE32A9B69944}"/>
          </ac:spMkLst>
        </pc:spChg>
      </pc:sldChg>
      <pc:sldChg chg="modSp add mod">
        <pc:chgData name="Walker, Sydney" userId="5b4f0c2f-3690-47f9-8203-38ff60979541" providerId="ADAL" clId="{09027750-09B6-4E19-A01D-86C6198EB752}" dt="2026-02-07T19:15:27.829" v="378" actId="27636"/>
        <pc:sldMkLst>
          <pc:docMk/>
          <pc:sldMk cId="3988199419" sldId="260"/>
        </pc:sldMkLst>
        <pc:spChg chg="mod">
          <ac:chgData name="Walker, Sydney" userId="5b4f0c2f-3690-47f9-8203-38ff60979541" providerId="ADAL" clId="{09027750-09B6-4E19-A01D-86C6198EB752}" dt="2026-02-07T19:10:31.182" v="331" actId="20577"/>
          <ac:spMkLst>
            <pc:docMk/>
            <pc:sldMk cId="3988199419" sldId="260"/>
            <ac:spMk id="2" creationId="{FCAAFE6A-FF96-7A8B-49DA-93FAB398B3C8}"/>
          </ac:spMkLst>
        </pc:spChg>
        <pc:spChg chg="mod">
          <ac:chgData name="Walker, Sydney" userId="5b4f0c2f-3690-47f9-8203-38ff60979541" providerId="ADAL" clId="{09027750-09B6-4E19-A01D-86C6198EB752}" dt="2026-02-07T19:15:27.829" v="378" actId="27636"/>
          <ac:spMkLst>
            <pc:docMk/>
            <pc:sldMk cId="3988199419" sldId="260"/>
            <ac:spMk id="3" creationId="{84460956-6A11-3901-3563-E279199B4F0F}"/>
          </ac:spMkLst>
        </pc:spChg>
      </pc:sldChg>
      <pc:sldChg chg="modSp add mod">
        <pc:chgData name="Walker, Sydney" userId="5b4f0c2f-3690-47f9-8203-38ff60979541" providerId="ADAL" clId="{09027750-09B6-4E19-A01D-86C6198EB752}" dt="2026-02-07T19:20:33.572" v="392" actId="20577"/>
        <pc:sldMkLst>
          <pc:docMk/>
          <pc:sldMk cId="2415461511" sldId="261"/>
        </pc:sldMkLst>
        <pc:spChg chg="mod">
          <ac:chgData name="Walker, Sydney" userId="5b4f0c2f-3690-47f9-8203-38ff60979541" providerId="ADAL" clId="{09027750-09B6-4E19-A01D-86C6198EB752}" dt="2026-02-07T19:10:43.561" v="342" actId="20577"/>
          <ac:spMkLst>
            <pc:docMk/>
            <pc:sldMk cId="2415461511" sldId="261"/>
            <ac:spMk id="2" creationId="{D1608A69-E8AC-BEE9-1945-CF70E8F1D088}"/>
          </ac:spMkLst>
        </pc:spChg>
        <pc:spChg chg="mod">
          <ac:chgData name="Walker, Sydney" userId="5b4f0c2f-3690-47f9-8203-38ff60979541" providerId="ADAL" clId="{09027750-09B6-4E19-A01D-86C6198EB752}" dt="2026-02-07T19:20:33.572" v="392" actId="20577"/>
          <ac:spMkLst>
            <pc:docMk/>
            <pc:sldMk cId="2415461511" sldId="261"/>
            <ac:spMk id="3" creationId="{EF19D236-FF9C-C629-F4B5-2261DC0855E5}"/>
          </ac:spMkLst>
        </pc:spChg>
      </pc:sldChg>
      <pc:sldChg chg="modSp add mod">
        <pc:chgData name="Walker, Sydney" userId="5b4f0c2f-3690-47f9-8203-38ff60979541" providerId="ADAL" clId="{09027750-09B6-4E19-A01D-86C6198EB752}" dt="2026-02-07T19:16:04.661" v="386" actId="27636"/>
        <pc:sldMkLst>
          <pc:docMk/>
          <pc:sldMk cId="1752362926" sldId="262"/>
        </pc:sldMkLst>
        <pc:spChg chg="mod">
          <ac:chgData name="Walker, Sydney" userId="5b4f0c2f-3690-47f9-8203-38ff60979541" providerId="ADAL" clId="{09027750-09B6-4E19-A01D-86C6198EB752}" dt="2026-02-07T19:10:57.157" v="353" actId="20577"/>
          <ac:spMkLst>
            <pc:docMk/>
            <pc:sldMk cId="1752362926" sldId="262"/>
            <ac:spMk id="2" creationId="{49F8595B-BB17-6974-A6D0-2F02A8BF1E15}"/>
          </ac:spMkLst>
        </pc:spChg>
        <pc:spChg chg="mod">
          <ac:chgData name="Walker, Sydney" userId="5b4f0c2f-3690-47f9-8203-38ff60979541" providerId="ADAL" clId="{09027750-09B6-4E19-A01D-86C6198EB752}" dt="2026-02-07T19:16:04.661" v="386" actId="27636"/>
          <ac:spMkLst>
            <pc:docMk/>
            <pc:sldMk cId="1752362926" sldId="262"/>
            <ac:spMk id="3" creationId="{26B30EE0-05E6-6DDF-1348-2CAAC42EBEE8}"/>
          </ac:spMkLst>
        </pc:spChg>
      </pc:sldChg>
      <pc:sldChg chg="addSp delSp modSp new mod setBg">
        <pc:chgData name="Walker, Sydney" userId="5b4f0c2f-3690-47f9-8203-38ff60979541" providerId="ADAL" clId="{09027750-09B6-4E19-A01D-86C6198EB752}" dt="2026-02-07T19:31:31.982" v="694" actId="20577"/>
        <pc:sldMkLst>
          <pc:docMk/>
          <pc:sldMk cId="4292976755" sldId="263"/>
        </pc:sldMkLst>
        <pc:spChg chg="mod">
          <ac:chgData name="Walker, Sydney" userId="5b4f0c2f-3690-47f9-8203-38ff60979541" providerId="ADAL" clId="{09027750-09B6-4E19-A01D-86C6198EB752}" dt="2026-02-07T19:29:01.498" v="451" actId="26606"/>
          <ac:spMkLst>
            <pc:docMk/>
            <pc:sldMk cId="4292976755" sldId="263"/>
            <ac:spMk id="2" creationId="{0040C567-AF4F-5958-8521-4085222F7558}"/>
          </ac:spMkLst>
        </pc:spChg>
        <pc:spChg chg="del">
          <ac:chgData name="Walker, Sydney" userId="5b4f0c2f-3690-47f9-8203-38ff60979541" providerId="ADAL" clId="{09027750-09B6-4E19-A01D-86C6198EB752}" dt="2026-02-07T19:28:45.363" v="450" actId="931"/>
          <ac:spMkLst>
            <pc:docMk/>
            <pc:sldMk cId="4292976755" sldId="263"/>
            <ac:spMk id="3" creationId="{9AA31420-B4FD-7F11-B25F-C7409805076A}"/>
          </ac:spMkLst>
        </pc:spChg>
        <pc:spChg chg="add mod">
          <ac:chgData name="Walker, Sydney" userId="5b4f0c2f-3690-47f9-8203-38ff60979541" providerId="ADAL" clId="{09027750-09B6-4E19-A01D-86C6198EB752}" dt="2026-02-07T19:31:31.982" v="694" actId="20577"/>
          <ac:spMkLst>
            <pc:docMk/>
            <pc:sldMk cId="4292976755" sldId="263"/>
            <ac:spMk id="9" creationId="{3D1C62CB-B25A-14A6-7FBA-6A98EFA4B398}"/>
          </ac:spMkLst>
        </pc:spChg>
        <pc:spChg chg="add">
          <ac:chgData name="Walker, Sydney" userId="5b4f0c2f-3690-47f9-8203-38ff60979541" providerId="ADAL" clId="{09027750-09B6-4E19-A01D-86C6198EB752}" dt="2026-02-07T19:29:01.498" v="451" actId="26606"/>
          <ac:spMkLst>
            <pc:docMk/>
            <pc:sldMk cId="4292976755" sldId="263"/>
            <ac:spMk id="12" creationId="{2B97F24A-32CE-4C1C-A50D-3016B394DCFB}"/>
          </ac:spMkLst>
        </pc:spChg>
        <pc:spChg chg="add">
          <ac:chgData name="Walker, Sydney" userId="5b4f0c2f-3690-47f9-8203-38ff60979541" providerId="ADAL" clId="{09027750-09B6-4E19-A01D-86C6198EB752}" dt="2026-02-07T19:29:01.498" v="451" actId="26606"/>
          <ac:spMkLst>
            <pc:docMk/>
            <pc:sldMk cId="4292976755" sldId="263"/>
            <ac:spMk id="14" creationId="{CD8B4F24-440B-49E9-B85D-733523DC064B}"/>
          </ac:spMkLst>
        </pc:spChg>
        <pc:picChg chg="add mod">
          <ac:chgData name="Walker, Sydney" userId="5b4f0c2f-3690-47f9-8203-38ff60979541" providerId="ADAL" clId="{09027750-09B6-4E19-A01D-86C6198EB752}" dt="2026-02-07T19:30:48.113" v="576" actId="1076"/>
          <ac:picMkLst>
            <pc:docMk/>
            <pc:sldMk cId="4292976755" sldId="263"/>
            <ac:picMk id="5" creationId="{3AE9CD03-7966-3C2D-1B3B-4DD792BC3C1A}"/>
          </ac:picMkLst>
        </pc:picChg>
      </pc:sldChg>
      <pc:sldChg chg="addSp delSp modSp add mod setBg">
        <pc:chgData name="Walker, Sydney" userId="5b4f0c2f-3690-47f9-8203-38ff60979541" providerId="ADAL" clId="{09027750-09B6-4E19-A01D-86C6198EB752}" dt="2026-02-07T19:37:28.872" v="907" actId="26606"/>
        <pc:sldMkLst>
          <pc:docMk/>
          <pc:sldMk cId="1748492602" sldId="264"/>
        </pc:sldMkLst>
        <pc:spChg chg="mod">
          <ac:chgData name="Walker, Sydney" userId="5b4f0c2f-3690-47f9-8203-38ff60979541" providerId="ADAL" clId="{09027750-09B6-4E19-A01D-86C6198EB752}" dt="2026-02-07T19:37:28.872" v="907" actId="26606"/>
          <ac:spMkLst>
            <pc:docMk/>
            <pc:sldMk cId="1748492602" sldId="264"/>
            <ac:spMk id="2" creationId="{C264642A-4D77-60BF-4378-2580CC83E1F4}"/>
          </ac:spMkLst>
        </pc:spChg>
        <pc:spChg chg="mod">
          <ac:chgData name="Walker, Sydney" userId="5b4f0c2f-3690-47f9-8203-38ff60979541" providerId="ADAL" clId="{09027750-09B6-4E19-A01D-86C6198EB752}" dt="2026-02-07T19:37:28.872" v="907" actId="26606"/>
          <ac:spMkLst>
            <pc:docMk/>
            <pc:sldMk cId="1748492602" sldId="264"/>
            <ac:spMk id="3" creationId="{F0518DF6-E6BE-B868-4CF1-E01C5A99E7C9}"/>
          </ac:spMkLst>
        </pc:spChg>
        <pc:spChg chg="add del">
          <ac:chgData name="Walker, Sydney" userId="5b4f0c2f-3690-47f9-8203-38ff60979541" providerId="ADAL" clId="{09027750-09B6-4E19-A01D-86C6198EB752}" dt="2026-02-07T19:37:28.872" v="907" actId="26606"/>
          <ac:spMkLst>
            <pc:docMk/>
            <pc:sldMk cId="1748492602" sldId="264"/>
            <ac:spMk id="10" creationId="{2B97F24A-32CE-4C1C-A50D-3016B394DCFB}"/>
          </ac:spMkLst>
        </pc:spChg>
        <pc:spChg chg="add del">
          <ac:chgData name="Walker, Sydney" userId="5b4f0c2f-3690-47f9-8203-38ff60979541" providerId="ADAL" clId="{09027750-09B6-4E19-A01D-86C6198EB752}" dt="2026-02-07T19:37:28.872" v="907" actId="26606"/>
          <ac:spMkLst>
            <pc:docMk/>
            <pc:sldMk cId="1748492602" sldId="264"/>
            <ac:spMk id="12" creationId="{CD8B4F24-440B-49E9-B85D-733523DC064B}"/>
          </ac:spMkLst>
        </pc:spChg>
        <pc:picChg chg="mod">
          <ac:chgData name="Walker, Sydney" userId="5b4f0c2f-3690-47f9-8203-38ff60979541" providerId="ADAL" clId="{09027750-09B6-4E19-A01D-86C6198EB752}" dt="2026-02-07T19:37:28.872" v="907" actId="26606"/>
          <ac:picMkLst>
            <pc:docMk/>
            <pc:sldMk cId="1748492602" sldId="264"/>
            <ac:picMk id="5" creationId="{FF87C0A3-889B-EBC5-2050-63303E038DB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F48A1-EA35-2168-F44E-8394EE5A61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AD0FBA-37F1-0F4D-B89D-4C09044AAC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69333E-9BCE-A1EF-41CF-EB59036E6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30A8C-6EE7-43EE-ACEF-3F8E2046C1F5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6D9643-B91D-7941-0CD8-5E06F51E2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61E76-373A-C793-5E05-C0A2EF1A1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84AAF-35B9-46A8-9757-7825EFA46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519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9CC02-31CD-6438-5401-7B1676615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A66B0-35D6-D010-D577-EDAE0417E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7C791-FC71-01CA-9B20-5DC2A5ECE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30A8C-6EE7-43EE-ACEF-3F8E2046C1F5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C5851E-48C0-FF99-A5EC-FC008359E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3BCFB-3875-C4E0-90A8-E8F4DFB1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84AAF-35B9-46A8-9757-7825EFA46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88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E70B3-26EF-E088-7816-F05C36721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FDA44A-4E09-09AC-EE08-83F71AC76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110A26-AE00-914D-3934-FFC7C3A1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30A8C-6EE7-43EE-ACEF-3F8E2046C1F5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3B6FB-D31B-C51C-0DD8-87C43E1FD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AB67E1-57EB-36AA-96F1-EE1E6572B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84AAF-35B9-46A8-9757-7825EFA46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22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ED2E2-E030-A7D3-E023-3AFCFE902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5BF83-CCB4-7B22-DA7D-B43444F81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6E3E6C-D852-809E-1B1D-3AF04FB8C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E83CAF-14B9-C216-F36C-72FFFFAF7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30A8C-6EE7-43EE-ACEF-3F8E2046C1F5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CDFB05-CE2C-29B4-A541-A6417C495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18F80C-6F2C-1C80-0AD5-24CE74946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84AAF-35B9-46A8-9757-7825EFA46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294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875B2-03CE-FF1F-BFD8-055B110D2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06EA6-63A5-6008-9C41-E7FAB0F60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B9B2A-1284-C7AE-55D6-23AF9942BE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B82EF1-7B07-70F4-6CD2-5824B520D0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7FAB6E-03AE-E25E-714B-89BB6CBEA4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961962-2859-2E45-22C5-C69A44989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30A8C-6EE7-43EE-ACEF-3F8E2046C1F5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514DBA-D431-F377-1CFD-6AFED97FB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973178-2D67-BA67-4B61-A01AE49DA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84AAF-35B9-46A8-9757-7825EFA46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648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F616D-691D-FA25-2D21-6CEFA01FF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40D8B6-AA10-15D9-70B0-4B07CD993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30A8C-6EE7-43EE-ACEF-3F8E2046C1F5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F435E4-BEFE-DACF-539E-C4F747E65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F31B8B-E3D8-9C0A-88AF-AA1ABE284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84AAF-35B9-46A8-9757-7825EFA46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768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9A1D6F-CEFE-C663-BF73-AD2050ACF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30A8C-6EE7-43EE-ACEF-3F8E2046C1F5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B296F8-4FBA-8F83-5C4D-AE9185C80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8054A-8ED5-1B30-CCCB-6857FA0F4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84AAF-35B9-46A8-9757-7825EFA46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6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8F942-43D4-3BB4-3932-7110958F3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413A7-0CD7-22AE-D4A5-D1BEC7ED0E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37C8D6-D8E8-4F77-E56D-4DC46CE7D0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6A20C2-3971-42A5-F034-290676B35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30A8C-6EE7-43EE-ACEF-3F8E2046C1F5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FE55E-1B98-0D4E-01B0-19DF5C9A4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7F1085-C647-C786-9BFB-1190EA4F8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84AAF-35B9-46A8-9757-7825EFA46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325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48D62-E1BF-D740-1499-7CF0BE0F2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2B536B-CFEE-C1C3-CF13-76A2FD3ADF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E9F69-766C-F92A-835B-9370254FEC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4DFF2-75D3-E13C-8541-A54AF022D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30A8C-6EE7-43EE-ACEF-3F8E2046C1F5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EBB240-4131-0243-47D2-AF92E821B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65623D-F3CD-AFE3-99E1-2C6D05E41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84AAF-35B9-46A8-9757-7825EFA46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9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495A2-F913-111B-D150-D009FB9BF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F848BD-8EB8-46AC-3B34-7DBE58582D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88DD3-D69F-3AE1-0D16-9AB5597F5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30A8C-6EE7-43EE-ACEF-3F8E2046C1F5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6C7F3-CAE3-5375-94BC-AF3A91D7A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9958F-A136-A548-54FF-F381C5C69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84AAF-35B9-46A8-9757-7825EFA46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7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A5B4B4-BBF3-4CED-A653-D4BF2BBC7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02D681-E2B4-5057-0D37-E83A719FCC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7C666-7A49-5317-023E-FDD904EB1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30A8C-6EE7-43EE-ACEF-3F8E2046C1F5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1F0633-0ADB-F232-A6B0-42FC49882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56F48C-2A74-D470-4237-52432ABCD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84AAF-35B9-46A8-9757-7825EFA46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185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A87784-494A-B653-56C2-72E820F26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E1650B-EB0A-784F-953B-30675A67C7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0F12B-4E85-A06F-21D2-775B4526C6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730A8C-6EE7-43EE-ACEF-3F8E2046C1F5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477742-8E73-390D-FB75-474032A357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DA42E6-9182-582E-6C03-76296DEF0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184AAF-35B9-46A8-9757-7825EFA46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540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4981FA-44EB-6225-CFA5-025BD9FC2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 err="1"/>
              <a:t>OmniMediaTrak</a:t>
            </a:r>
            <a:endParaRPr lang="en-US" sz="48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AF1F0C-CD60-111B-5BE5-66C58A289B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608" y="965704"/>
            <a:ext cx="6846363" cy="477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408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56DE12-EB6C-C5D5-0BE9-D09DEC00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/>
              <a:t>Executive Summary: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FC534-D93A-AEDD-394C-8E9368C3E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dirty="0" err="1"/>
              <a:t>OmniMediaTrak</a:t>
            </a:r>
            <a:r>
              <a:rPr lang="en-US" sz="2200" dirty="0"/>
              <a:t> is a global media tracking platform covering books, manga, anime, games, podcasts, live events, and more.</a:t>
            </a:r>
          </a:p>
          <a:p>
            <a:pPr marL="0" indent="0">
              <a:buNone/>
            </a:pPr>
            <a:r>
              <a:rPr lang="en-US" sz="2200" dirty="0"/>
              <a:t>The platform starts with a single-region, managed-first stack and evolves into multi-region compute with a single logical database that scales via partitioning, indexing, and replicas.</a:t>
            </a:r>
          </a:p>
          <a:p>
            <a:endParaRPr lang="en-US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770DD0-7C90-AFA5-AB18-00F0C6EB48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525185"/>
            <a:ext cx="5458968" cy="380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402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382DE-B8BD-0799-96D0-551FA22EE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D5552-7503-677A-DC21-2EFDEFFA8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dirty="0"/>
              <a:t>Primary Goals: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8823E-CC3C-D065-B862-AA0F15ED7B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sz="2200" dirty="0"/>
              <a:t>Low operational burden (managed services)</a:t>
            </a:r>
          </a:p>
          <a:p>
            <a:r>
              <a:rPr lang="en-US" sz="2200" dirty="0"/>
              <a:t>Fast catalog browsing and personal list tracking</a:t>
            </a:r>
          </a:p>
          <a:p>
            <a:r>
              <a:rPr lang="en-US" sz="2200" dirty="0"/>
              <a:t>Clear path to scale and add features without redesign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D17B40-E303-584A-EC32-AB96449F9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525185"/>
            <a:ext cx="5458968" cy="380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483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6109E-9178-226D-3BAA-A844C73F2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C55B4-A8D1-518A-8651-5D8E106ED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dirty="0"/>
              <a:t>Scope by Phase: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7B2A9B-4F5B-262F-C1B2-DE32A9B699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 fontScale="77500" lnSpcReduction="20000"/>
          </a:bodyPr>
          <a:lstStyle/>
          <a:p>
            <a:r>
              <a:rPr lang="en-US" dirty="0"/>
              <a:t>Phase 0 (MVP): catalog browsing, auth, personal lists, local/manual ingestion</a:t>
            </a:r>
          </a:p>
          <a:p>
            <a:r>
              <a:rPr lang="en-US" dirty="0"/>
              <a:t>Phase 1: multi-region compute failover</a:t>
            </a:r>
          </a:p>
          <a:p>
            <a:r>
              <a:rPr lang="en-US" dirty="0"/>
              <a:t>Phase 2-3: EU/APAC compute for latency</a:t>
            </a:r>
          </a:p>
          <a:p>
            <a:r>
              <a:rPr lang="en-US" dirty="0"/>
              <a:t>Phase 4: database scaling hardening (partitions, indexes, replicas)</a:t>
            </a:r>
          </a:p>
          <a:p>
            <a:r>
              <a:rPr lang="en-US" dirty="0"/>
              <a:t>Phase 5: social features via derived read models</a:t>
            </a:r>
          </a:p>
          <a:p>
            <a:endParaRPr lang="en-US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885164-1BFB-5977-74A7-F850D79DB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525185"/>
            <a:ext cx="5458968" cy="380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289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6E7C6-A8FC-681B-346A-4496B85DA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AFE6A-FF96-7A8B-49DA-93FAB398B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dirty="0"/>
              <a:t>Front End: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60956-6A11-3901-3563-E279199B4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dirty="0"/>
              <a:t>Next.js App Router + TypeScript</a:t>
            </a:r>
          </a:p>
          <a:p>
            <a:r>
              <a:rPr lang="en-US" dirty="0"/>
              <a:t>Catalog browsing and personal lists</a:t>
            </a:r>
          </a:p>
          <a:p>
            <a:r>
              <a:rPr lang="en-US" dirty="0"/>
              <a:t>Table-first UI with filters, columns, and list actions</a:t>
            </a:r>
          </a:p>
          <a:p>
            <a:r>
              <a:rPr lang="en-US" dirty="0"/>
              <a:t>Parity checklist for the original UI layout</a:t>
            </a:r>
          </a:p>
          <a:p>
            <a:endParaRPr lang="en-US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B14113-A02F-D100-925D-4B839A5663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525185"/>
            <a:ext cx="5458968" cy="380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199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F6C6E-96FB-32C8-AF1F-A29B64631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08A69-E8AC-BEE9-1945-CF70E8F1D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dirty="0"/>
              <a:t>Back End: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19D236-FF9C-C629-F4B5-2261DC0855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dirty="0" err="1"/>
              <a:t>Fastify</a:t>
            </a:r>
            <a:r>
              <a:rPr lang="en-US" dirty="0"/>
              <a:t> + TypeScript (</a:t>
            </a:r>
            <a:r>
              <a:rPr lang="en-US" dirty="0" err="1"/>
              <a:t>OpenAPI</a:t>
            </a:r>
            <a:r>
              <a:rPr lang="en-US" dirty="0"/>
              <a:t>-first target)</a:t>
            </a:r>
          </a:p>
          <a:p>
            <a:r>
              <a:rPr lang="en-US" dirty="0"/>
              <a:t>REST API for media, lists, relationships, and auth</a:t>
            </a:r>
          </a:p>
          <a:p>
            <a:r>
              <a:rPr lang="en-US" dirty="0" err="1"/>
              <a:t>OpenAPI</a:t>
            </a:r>
            <a:r>
              <a:rPr lang="en-US" dirty="0"/>
              <a:t>-first contract with shared schemas (planned)</a:t>
            </a:r>
          </a:p>
          <a:p>
            <a:r>
              <a:rPr lang="en-US" dirty="0"/>
              <a:t>Admin token for privileged media CRUD</a:t>
            </a:r>
          </a:p>
          <a:p>
            <a:endParaRPr lang="en-US" dirty="0"/>
          </a:p>
          <a:p>
            <a:endParaRPr lang="en-US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55AA97-08D9-C2BE-BD73-F44D64C05C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525185"/>
            <a:ext cx="5458968" cy="380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461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60E2E-3626-34AA-01BE-C1187F12D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8595B-BB17-6974-A6D0-2F02A8BF1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dirty="0"/>
              <a:t>Database: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0EE0-05E6-6DDF-1348-2CAAC42EBE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 fontScale="77500" lnSpcReduction="20000"/>
          </a:bodyPr>
          <a:lstStyle/>
          <a:p>
            <a:r>
              <a:rPr lang="en-US" dirty="0"/>
              <a:t>single PostgreSQL DB with schema isolation</a:t>
            </a:r>
          </a:p>
          <a:p>
            <a:r>
              <a:rPr lang="en-US" dirty="0"/>
              <a:t>Single Postgres database with schema isolation (`media`, `users`, `interaction`, `auth`)</a:t>
            </a:r>
          </a:p>
          <a:p>
            <a:r>
              <a:rPr lang="en-US" dirty="0"/>
              <a:t>`</a:t>
            </a:r>
            <a:r>
              <a:rPr lang="en-US" dirty="0" err="1"/>
              <a:t>media.media</a:t>
            </a:r>
            <a:r>
              <a:rPr lang="en-US" dirty="0"/>
              <a:t>` holds canonical metadata; type-specific fields in JSONB</a:t>
            </a:r>
          </a:p>
          <a:p>
            <a:r>
              <a:rPr lang="en-US" dirty="0"/>
              <a:t>`</a:t>
            </a:r>
            <a:r>
              <a:rPr lang="en-US" dirty="0" err="1"/>
              <a:t>interaction.user_media</a:t>
            </a:r>
            <a:r>
              <a:rPr lang="en-US" dirty="0"/>
              <a:t>` hash-partitioned by `</a:t>
            </a:r>
            <a:r>
              <a:rPr lang="en-US" dirty="0" err="1"/>
              <a:t>user_id</a:t>
            </a:r>
            <a:r>
              <a:rPr lang="en-US" dirty="0"/>
              <a:t>`</a:t>
            </a:r>
          </a:p>
          <a:p>
            <a:r>
              <a:rPr lang="en-US" dirty="0"/>
              <a:t>Relationships modeled as explicit graph edges</a:t>
            </a:r>
          </a:p>
          <a:p>
            <a:endParaRPr lang="en-US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75DAC5-A5F1-4FF8-5A66-3C0BA4FA82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525185"/>
            <a:ext cx="5458968" cy="380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362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DB641-D202-C0CF-39AA-FA5FC490C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4642A-4D77-60BF-4378-2580CC83E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dirty="0"/>
              <a:t>Backlog: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18DF6-E6BE-B868-4CF1-E01C5A99E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 fontScale="55000" lnSpcReduction="20000"/>
          </a:bodyPr>
          <a:lstStyle/>
          <a:p>
            <a:r>
              <a:rPr lang="en-US" dirty="0"/>
              <a:t>API: </a:t>
            </a:r>
            <a:r>
              <a:rPr lang="en-US" dirty="0" err="1"/>
              <a:t>OpenAPI</a:t>
            </a:r>
            <a:r>
              <a:rPr lang="en-US" dirty="0"/>
              <a:t>-first contract + generated typed client</a:t>
            </a:r>
          </a:p>
          <a:p>
            <a:r>
              <a:rPr lang="en-US" dirty="0"/>
              <a:t>UI: </a:t>
            </a:r>
            <a:r>
              <a:rPr lang="en-US" dirty="0" err="1"/>
              <a:t>TanStack</a:t>
            </a:r>
            <a:r>
              <a:rPr lang="en-US" dirty="0"/>
              <a:t> Query/Table + Tailwind adoption</a:t>
            </a:r>
          </a:p>
          <a:p>
            <a:r>
              <a:rPr lang="en-US" dirty="0"/>
              <a:t>Data: Postgres FTS/</a:t>
            </a:r>
            <a:r>
              <a:rPr lang="en-US" dirty="0" err="1"/>
              <a:t>pg_trgm</a:t>
            </a:r>
            <a:r>
              <a:rPr lang="en-US" dirty="0"/>
              <a:t> for search</a:t>
            </a:r>
          </a:p>
          <a:p>
            <a:r>
              <a:rPr lang="en-US" dirty="0"/>
              <a:t>Observability: Sentry + structured logging</a:t>
            </a:r>
          </a:p>
          <a:p>
            <a:r>
              <a:rPr lang="en-US" dirty="0"/>
              <a:t>Mobile: Expo app start</a:t>
            </a:r>
          </a:p>
          <a:p>
            <a:r>
              <a:rPr lang="en-US" dirty="0"/>
              <a:t>Specific media pages</a:t>
            </a:r>
          </a:p>
          <a:p>
            <a:r>
              <a:rPr lang="en-US" dirty="0"/>
              <a:t>Profile page</a:t>
            </a:r>
          </a:p>
          <a:p>
            <a:r>
              <a:rPr lang="en-US" dirty="0"/>
              <a:t>Auth: OIDC providers (Google/Apple), account linking, 2FA</a:t>
            </a:r>
          </a:p>
          <a:p>
            <a:r>
              <a:rPr lang="en-US" dirty="0"/>
              <a:t>Reviews: API + UI</a:t>
            </a:r>
          </a:p>
          <a:p>
            <a:r>
              <a:rPr lang="en-US" dirty="0"/>
              <a:t>Ads/consent system, social features, subscriptions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87C0A3-889B-EBC5-2050-63303E038D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525185"/>
            <a:ext cx="5458968" cy="380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492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40C567-AF4F-5958-8521-4085222F7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5400"/>
              <a:t>Widget Mockups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D1C62CB-B25A-14A6-7FBA-6A98EFA4B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US" sz="2200" dirty="0"/>
              <a:t>Small widget to add titles to existing list</a:t>
            </a:r>
          </a:p>
          <a:p>
            <a:r>
              <a:rPr lang="en-US" sz="2200" dirty="0"/>
              <a:t>Medium widget to pick random show/movie/</a:t>
            </a:r>
            <a:r>
              <a:rPr lang="en-US" sz="2200" dirty="0" err="1"/>
              <a:t>etc</a:t>
            </a:r>
            <a:r>
              <a:rPr lang="en-US" sz="2200" dirty="0"/>
              <a:t> with optional genre selector</a:t>
            </a:r>
          </a:p>
          <a:p>
            <a:r>
              <a:rPr lang="en-US" sz="2200" dirty="0"/>
              <a:t>Large widget to view lists with optional category/genre selection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AE9CD03-7966-3C2D-1B3B-4DD792BC3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3317" y="1460136"/>
            <a:ext cx="8109810" cy="5656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976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b5d96ea-ab39-44a0-a6d6-b6f0aac5958b}" enabled="1" method="Privileged" siteId="{76a2ae5a-9f00-4f6b-95ed-5d33d77c4d6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374</Words>
  <Application>Microsoft Office PowerPoint</Application>
  <PresentationFormat>Widescreen</PresentationFormat>
  <Paragraphs>45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OmniMediaTrak</vt:lpstr>
      <vt:lpstr>Executive Summary:</vt:lpstr>
      <vt:lpstr>Primary Goals:</vt:lpstr>
      <vt:lpstr>Scope by Phase:</vt:lpstr>
      <vt:lpstr>Front End:</vt:lpstr>
      <vt:lpstr>Back End:</vt:lpstr>
      <vt:lpstr>Database:</vt:lpstr>
      <vt:lpstr>Backlog:</vt:lpstr>
      <vt:lpstr>Widget Mockups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Walker, Sydney</dc:creator>
  <cp:lastModifiedBy>Walker, Sydney</cp:lastModifiedBy>
  <cp:revision>1</cp:revision>
  <dcterms:created xsi:type="dcterms:W3CDTF">2026-02-07T18:51:32Z</dcterms:created>
  <dcterms:modified xsi:type="dcterms:W3CDTF">2026-02-07T19:37:32Z</dcterms:modified>
</cp:coreProperties>
</file>